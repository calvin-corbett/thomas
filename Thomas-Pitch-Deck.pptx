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6C63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0D4A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THOMAS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AI Agent You Actually Own.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it. House it. Watch it evolve.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51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to Build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4251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5176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Hand-Coded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4251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4632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Modules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4251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4088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AI agent today is rented, not owned.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84832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011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ChatGPT, Claude, Gemini — you use THEIR agent, THEIR name, THEIR rules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1635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agent is invisible — text in a box. No body, no space, no presence.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47872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3474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to customize it? Learn to code. Or pay someone who did.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79392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80160" y="4206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agent never improves on its own. It's the same on day 1 and day 1,000.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C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if you could build your own AI agent — without writing a single line of code?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it. Give it a personality. Put it in a virtual office.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get smarter every week.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THOMAS IS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40480" cy="173736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54864" cy="1737360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34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AGENT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it. Reshape its personality.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yours, not theirs.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3840480" cy="173736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051560"/>
            <a:ext cx="54864" cy="17373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234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OFFICE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37760" y="1828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virtual workspace you build.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Desks, couches, plants — drag and drop.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3840480" cy="173736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2971800"/>
            <a:ext cx="54864" cy="1737360"/>
          </a:xfrm>
          <a:prstGeom prst="rect">
            <a:avLst/>
          </a:prstGeom>
          <a:solidFill>
            <a:srgbClr val="6C63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04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154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SELF-EVOLVING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2960" y="3749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/evolve. It picks its own best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and tests it safely.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2971800"/>
            <a:ext cx="3840480" cy="173736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971800"/>
            <a:ext cx="54864" cy="173736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04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154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150+ MODULES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937760" y="3749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Healthcare, finance, legal, blockchain.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in what you need.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VIRTUAL OFFICE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AI agents don't just work.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They live somewhere.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3911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965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24,000 x 24,000 px tile-based world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39112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7800" y="1965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Customizable robot agents with hats, colors, antennas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44952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2971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pathfinding — watch agents walk between rooms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44952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57800" y="2971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office builder with furniture catalog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50792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3000" y="3977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minimap, zoom, and room navigation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50792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257800" y="3977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states: idle, working, traveling, gaming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EVOLUTION LOOP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agent improves itself.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169164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1737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2A8"/>
                </a:solidFill>
              </a:rPr>
              <a:t>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(live) code clones into green (sandbox)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548640" cy="5486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43400" y="1737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2A8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EVOLVE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7432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agent picks the highest-leverage safe improvement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691640"/>
            <a:ext cx="548640" cy="54864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1737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2A8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27432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tests, compilation checks, and custom verification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1691640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4088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PROMOTE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7432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Passes? Green replaces blue. Fails? Nothing changes. Rollback built in.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1: </a:t>
            </a:r>
            <a:pPr indent="0" marL="0">
              <a:buNone/>
            </a:pPr>
            <a:r>
              <a:rPr lang="en-US" sz="14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starter agent.  </a:t>
            </a:r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30: </a:t>
            </a:r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that's improved itself 30+ times.  </a:t>
            </a:r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365: </a:t>
            </a:r>
            <a:pPr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 GROWS. SO DOES YOUR AGENT.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7772400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91640"/>
            <a:ext cx="1371600" cy="109728"/>
          </a:xfrm>
          <a:prstGeom prst="rect">
            <a:avLst/>
          </a:prstGeom>
          <a:solidFill>
            <a:srgbClr val="8892A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LV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143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83280" y="1143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only.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access.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7772400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606040"/>
            <a:ext cx="3200400" cy="1097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LV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2057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ASSIST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057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tools with your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every time.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520440"/>
            <a:ext cx="7772400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520440"/>
            <a:ext cx="5486400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71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LV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971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2971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Autonomous. Web,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files, downloads.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7772400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434840"/>
            <a:ext cx="7772400" cy="10972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86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LV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3886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AUTO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83280" y="3886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Self-improving.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Installs. Configures.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EVERYONE ELSE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914400"/>
                <a:gridCol w="914400"/>
                <a:gridCol w="91440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Thomas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92A8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Claude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92A8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Code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92A8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CrewAI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92A8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SoWork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92A8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EvoAgentX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Renameable identity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D4A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✓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Virtual office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D4A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✓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DE8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✓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builder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D4A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✓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D7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∼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Self-evolution loop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D4A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✓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DE8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✓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150+ domain modules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D4A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✓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D7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∼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Autonomy levels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D4A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✓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D7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∼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self-editor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D4A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✓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C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Vibe-coded / no-code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D4A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✓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✗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C6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PROOF IS THE PRODUCT.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was built in 6 weeks by a solo creator who can't code.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a limitation. That's the demo.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3931920" cy="164592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engineers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$10B+ funding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512,000 lines of TypeScript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polished chat box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640" y="3657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3108960"/>
            <a:ext cx="3931920" cy="164592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THOMAS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3520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weeks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vibe-coded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living workspace with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self-evolving AI agents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$10B+ markets. One product.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4864" cy="9144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47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 Platforms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1764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$47B by 2030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CrewAI, Dify, OpenAI SDK, Microsoft Agent Framework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43200"/>
            <a:ext cx="54864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163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Virtual Offices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2816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$12.5B in 2025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Gather, SoWork, Kumospace, WorkAdventure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94760"/>
            <a:ext cx="54864" cy="914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679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Companions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0" y="38679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$552B by 2035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Nomi, Character.ai, Replika, Chai 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4251960"/>
            <a:ext cx="5486400" cy="640080"/>
          </a:xfrm>
          <a:prstGeom prst="rect">
            <a:avLst/>
          </a:prstGeom>
          <a:solidFill>
            <a:srgbClr val="6C63F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4251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sits at the center of the Venn diagram. Nobody else does.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6C63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YOUR AGENT.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NAME IT.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IT EVOLVE.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3200400" cy="640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TALK 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calvinandaustin31@gmail.com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Thomas — The Agent You Own</dc:title>
  <dc:subject>PptxGenJS Presentation</dc:subject>
  <dc:creator>Thomas AI</dc:creator>
  <cp:lastModifiedBy>Thomas AI</cp:lastModifiedBy>
  <cp:revision>1</cp:revision>
  <dcterms:created xsi:type="dcterms:W3CDTF">2026-04-01T04:32:18Z</dcterms:created>
  <dcterms:modified xsi:type="dcterms:W3CDTF">2026-04-01T04:32:18Z</dcterms:modified>
</cp:coreProperties>
</file>